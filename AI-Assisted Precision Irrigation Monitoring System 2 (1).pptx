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90" r:id="rId13"/>
    <p:sldId id="285" r:id="rId14"/>
    <p:sldId id="291" r:id="rId15"/>
    <p:sldId id="280" r:id="rId16"/>
    <p:sldId id="292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CA213-1C85-4B56-953B-F1D8C6945A67}" v="7" dt="2026-02-03T05:21:36.09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76" d="100"/>
          <a:sy n="76" d="100"/>
        </p:scale>
        <p:origin x="9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a Kb" userId="aad196ef51d861c8" providerId="LiveId" clId="{CA223456-2C4B-4819-900B-4BB51B9FDCD3}"/>
    <pc:docChg chg="undo custSel modSld modMainMaster">
      <pc:chgData name="Manasa Kb" userId="aad196ef51d861c8" providerId="LiveId" clId="{CA223456-2C4B-4819-900B-4BB51B9FDCD3}" dt="2026-02-03T05:29:37.898" v="41" actId="20577"/>
      <pc:docMkLst>
        <pc:docMk/>
      </pc:docMkLst>
      <pc:sldChg chg="modTransition">
        <pc:chgData name="Manasa Kb" userId="aad196ef51d861c8" providerId="LiveId" clId="{CA223456-2C4B-4819-900B-4BB51B9FDCD3}" dt="2026-02-03T04:59:14.530" v="17"/>
        <pc:sldMkLst>
          <pc:docMk/>
          <pc:sldMk cId="0" sldId="257"/>
        </pc:sldMkLst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0" sldId="259"/>
        </pc:sldMkLst>
      </pc:sldChg>
      <pc:sldChg chg="addSp delSp modSp mod modTransition">
        <pc:chgData name="Manasa Kb" userId="aad196ef51d861c8" providerId="LiveId" clId="{CA223456-2C4B-4819-900B-4BB51B9FDCD3}" dt="2026-02-03T05:09:14.665" v="34" actId="1076"/>
        <pc:sldMkLst>
          <pc:docMk/>
          <pc:sldMk cId="0" sldId="262"/>
        </pc:sldMkLst>
        <pc:picChg chg="add mod modCrop">
          <ac:chgData name="Manasa Kb" userId="aad196ef51d861c8" providerId="LiveId" clId="{CA223456-2C4B-4819-900B-4BB51B9FDCD3}" dt="2026-02-03T05:09:14.665" v="34" actId="1076"/>
          <ac:picMkLst>
            <pc:docMk/>
            <pc:sldMk cId="0" sldId="262"/>
            <ac:picMk id="4" creationId="{57B48507-E4CC-EC61-35B4-CE7F33B0B5BB}"/>
          </ac:picMkLst>
        </pc:picChg>
        <pc:picChg chg="del">
          <ac:chgData name="Manasa Kb" userId="aad196ef51d861c8" providerId="LiveId" clId="{CA223456-2C4B-4819-900B-4BB51B9FDCD3}" dt="2026-02-03T04:57:24.282" v="0" actId="478"/>
          <ac:picMkLst>
            <pc:docMk/>
            <pc:sldMk cId="0" sldId="262"/>
            <ac:picMk id="5" creationId="{078E35D2-ECBE-4687-B8B3-5C27420CD0E3}"/>
          </ac:picMkLst>
        </pc:picChg>
      </pc:sldChg>
      <pc:sldChg chg="modSp mod modTransition">
        <pc:chgData name="Manasa Kb" userId="aad196ef51d861c8" providerId="LiveId" clId="{CA223456-2C4B-4819-900B-4BB51B9FDCD3}" dt="2026-02-03T05:22:52.912" v="39" actId="5793"/>
        <pc:sldMkLst>
          <pc:docMk/>
          <pc:sldMk cId="0" sldId="273"/>
        </pc:sldMkLst>
        <pc:spChg chg="mod">
          <ac:chgData name="Manasa Kb" userId="aad196ef51d861c8" providerId="LiveId" clId="{CA223456-2C4B-4819-900B-4BB51B9FDCD3}" dt="2026-02-03T05:22:52.912" v="39" actId="5793"/>
          <ac:spMkLst>
            <pc:docMk/>
            <pc:sldMk cId="0" sldId="273"/>
            <ac:spMk id="279" creationId="{00000000-0000-0000-0000-000000000000}"/>
          </ac:spMkLst>
        </pc:spChg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0" sldId="276"/>
        </pc:sldMkLst>
      </pc:sldChg>
      <pc:sldChg chg="modSp mod modTransition">
        <pc:chgData name="Manasa Kb" userId="aad196ef51d861c8" providerId="LiveId" clId="{CA223456-2C4B-4819-900B-4BB51B9FDCD3}" dt="2026-02-03T05:20:52.634" v="36" actId="20577"/>
        <pc:sldMkLst>
          <pc:docMk/>
          <pc:sldMk cId="3764405840" sldId="278"/>
        </pc:sldMkLst>
        <pc:spChg chg="mod">
          <ac:chgData name="Manasa Kb" userId="aad196ef51d861c8" providerId="LiveId" clId="{CA223456-2C4B-4819-900B-4BB51B9FDCD3}" dt="2026-02-03T05:20:52.634" v="36" actId="20577"/>
          <ac:spMkLst>
            <pc:docMk/>
            <pc:sldMk cId="3764405840" sldId="278"/>
            <ac:spMk id="3" creationId="{4A7608B5-9906-EFCF-959A-E89FC2E3EE19}"/>
          </ac:spMkLst>
        </pc:spChg>
      </pc:sldChg>
      <pc:sldChg chg="addSp delSp modSp mod modTransition">
        <pc:chgData name="Manasa Kb" userId="aad196ef51d861c8" providerId="LiveId" clId="{CA223456-2C4B-4819-900B-4BB51B9FDCD3}" dt="2026-02-03T04:59:14.530" v="17"/>
        <pc:sldMkLst>
          <pc:docMk/>
          <pc:sldMk cId="2772501912" sldId="279"/>
        </pc:sldMkLst>
        <pc:picChg chg="del">
          <ac:chgData name="Manasa Kb" userId="aad196ef51d861c8" providerId="LiveId" clId="{CA223456-2C4B-4819-900B-4BB51B9FDCD3}" dt="2026-02-03T04:58:26.741" v="9" actId="478"/>
          <ac:picMkLst>
            <pc:docMk/>
            <pc:sldMk cId="2772501912" sldId="279"/>
            <ac:picMk id="3" creationId="{18D8505B-DEB4-05AA-A006-AFBAC7863BEA}"/>
          </ac:picMkLst>
        </pc:picChg>
        <pc:picChg chg="add mod">
          <ac:chgData name="Manasa Kb" userId="aad196ef51d861c8" providerId="LiveId" clId="{CA223456-2C4B-4819-900B-4BB51B9FDCD3}" dt="2026-02-03T04:58:35.735" v="13" actId="1076"/>
          <ac:picMkLst>
            <pc:docMk/>
            <pc:sldMk cId="2772501912" sldId="279"/>
            <ac:picMk id="6" creationId="{5851B18F-58CF-DDD0-FC7A-DA4850BF00A0}"/>
          </ac:picMkLst>
        </pc:picChg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2136706720" sldId="280"/>
        </pc:sldMkLst>
      </pc:sldChg>
      <pc:sldChg chg="modSp mod modTransition">
        <pc:chgData name="Manasa Kb" userId="aad196ef51d861c8" providerId="LiveId" clId="{CA223456-2C4B-4819-900B-4BB51B9FDCD3}" dt="2026-02-03T05:29:37.898" v="41" actId="20577"/>
        <pc:sldMkLst>
          <pc:docMk/>
          <pc:sldMk cId="328526394" sldId="281"/>
        </pc:sldMkLst>
        <pc:spChg chg="mod">
          <ac:chgData name="Manasa Kb" userId="aad196ef51d861c8" providerId="LiveId" clId="{CA223456-2C4B-4819-900B-4BB51B9FDCD3}" dt="2026-02-03T05:29:37.898" v="41" actId="20577"/>
          <ac:spMkLst>
            <pc:docMk/>
            <pc:sldMk cId="328526394" sldId="281"/>
            <ac:spMk id="2" creationId="{9BB86949-7ED1-C43B-B1E3-5122BB67A596}"/>
          </ac:spMkLst>
        </pc:spChg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2952584201" sldId="282"/>
        </pc:sldMkLst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957564641" sldId="283"/>
        </pc:sldMkLst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1135684311" sldId="285"/>
        </pc:sldMkLst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1034139590" sldId="287"/>
        </pc:sldMkLst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4281176502" sldId="288"/>
        </pc:sldMkLst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200156314" sldId="289"/>
        </pc:sldMkLst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126520943" sldId="290"/>
        </pc:sldMkLst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3280317810" sldId="291"/>
        </pc:sldMkLst>
      </pc:sldChg>
      <pc:sldChg chg="modTransition">
        <pc:chgData name="Manasa Kb" userId="aad196ef51d861c8" providerId="LiveId" clId="{CA223456-2C4B-4819-900B-4BB51B9FDCD3}" dt="2026-02-03T04:59:14.530" v="17"/>
        <pc:sldMkLst>
          <pc:docMk/>
          <pc:sldMk cId="195056520" sldId="292"/>
        </pc:sldMkLst>
      </pc:sldChg>
      <pc:sldMasterChg chg="modTransition modSldLayout">
        <pc:chgData name="Manasa Kb" userId="aad196ef51d861c8" providerId="LiveId" clId="{CA223456-2C4B-4819-900B-4BB51B9FDCD3}" dt="2026-02-03T04:59:14.530" v="17"/>
        <pc:sldMasterMkLst>
          <pc:docMk/>
          <pc:sldMasterMk cId="0" sldId="2147483648"/>
        </pc:sldMasterMkLst>
        <pc:sldLayoutChg chg="modTransition">
          <pc:chgData name="Manasa Kb" userId="aad196ef51d861c8" providerId="LiveId" clId="{CA223456-2C4B-4819-900B-4BB51B9FDCD3}" dt="2026-02-03T04:59:14.530" v="17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Manasa Kb" userId="aad196ef51d861c8" providerId="LiveId" clId="{CA223456-2C4B-4819-900B-4BB51B9FDCD3}" dt="2026-02-03T04:59:14.530" v="17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Manasa Kb" userId="aad196ef51d861c8" providerId="LiveId" clId="{CA223456-2C4B-4819-900B-4BB51B9FDCD3}" dt="2026-02-03T04:59:14.530" v="17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Manasa Kb" userId="aad196ef51d861c8" providerId="LiveId" clId="{CA223456-2C4B-4819-900B-4BB51B9FDCD3}" dt="2026-02-03T04:59:14.530" v="17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Manasa Kb" userId="aad196ef51d861c8" providerId="LiveId" clId="{CA223456-2C4B-4819-900B-4BB51B9FDCD3}" dt="2026-02-03T04:59:14.530" v="17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Manasa Kb" userId="aad196ef51d861c8" providerId="LiveId" clId="{CA223456-2C4B-4819-900B-4BB51B9FDCD3}" dt="2026-02-03T04:59:14.530" v="17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Manasa Kb" userId="aad196ef51d861c8" providerId="LiveId" clId="{CA223456-2C4B-4819-900B-4BB51B9FDCD3}" dt="2026-02-03T04:59:14.530" v="17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Manasa Kb" userId="aad196ef51d861c8" providerId="LiveId" clId="{CA223456-2C4B-4819-900B-4BB51B9FDCD3}" dt="2026-02-03T04:59:14.530" v="17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Manasa Kb" userId="aad196ef51d861c8" providerId="LiveId" clId="{CA223456-2C4B-4819-900B-4BB51B9FDCD3}" dt="2026-02-03T04:59:14.530" v="17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Manasa Kb" userId="aad196ef51d861c8" providerId="LiveId" clId="{CA223456-2C4B-4819-900B-4BB51B9FDCD3}" dt="2026-02-03T04:59:14.530" v="17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Building Intelligent Agents with IBM Granite and LangFlow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>
            <a:normAutofit/>
          </a:bodyPr>
          <a:lstStyle/>
          <a:p>
            <a:pPr algn="ctr"/>
            <a:r>
              <a:rPr lang="en-US" sz="3200" b="1" i="1" dirty="0"/>
              <a:t>Title : AI-Assisted Precision Irrigation Monitoring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190457" y="162505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002060"/>
              </a:buClr>
              <a:buSzPts val="3500"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Team </a:t>
            </a:r>
            <a:r>
              <a:rPr lang="en-IN" sz="3500" b="1" i="0" u="none" strike="noStrike" cap="none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CoreCoders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28118" y="548162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654614573"/>
              </p:ext>
            </p:extLst>
          </p:nvPr>
        </p:nvGraphicFramePr>
        <p:xfrm>
          <a:off x="2239966" y="1081241"/>
          <a:ext cx="7712067" cy="55443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694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5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56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096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70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dirty="0"/>
                        <a:t>Manasa K B</a:t>
                      </a:r>
                      <a:endParaRPr sz="17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manasakb111@gmail.com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+91 7483635211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919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Nandini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Nandini2005reddy@gmail.com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+91 90191 75124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70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Chandana A J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chandanajiglur@gmail.com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/>
                        <a:t>+91 63613 72645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F7B80A-339C-B953-4DF8-8F56DC5422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820" b="27977"/>
          <a:stretch>
            <a:fillRect/>
          </a:stretch>
        </p:blipFill>
        <p:spPr>
          <a:xfrm>
            <a:off x="4127396" y="5041420"/>
            <a:ext cx="1547018" cy="1616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A0C9B7-6F9A-ED73-7AD2-518CB84948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177"/>
          <a:stretch>
            <a:fillRect/>
          </a:stretch>
        </p:blipFill>
        <p:spPr>
          <a:xfrm>
            <a:off x="4341777" y="3635461"/>
            <a:ext cx="1118256" cy="1579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2E4A64-C92C-6991-9BDD-7ACA7674E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1777" y="2287373"/>
            <a:ext cx="1118256" cy="123256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767007" y="1274508"/>
            <a:ext cx="1065798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Inefficient Use of Water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Irrigation Practices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farmers follow fixed irrigation schedules or intuition-based decisions without considering real-time soil moisture or crop water requirements, leading to significant water wastage and inefficient resource utilization.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Lack of Real-Time Irrigation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Visibility into Soil and Weather Dynamics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do not have continuous, integrated insights into soil moisture levels, evapotranspiration rates, rainfall variability, and crop growth stages, making it difficult to adjust irrigation decisions dynamically.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Absence of Early Water Stress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Rather Than Proactive Irrigation Management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detect irrigation issues only after crop stress or yield loss has occurred, due to the absence of intelligent analysis that identifies early signs of under-irrigation or over-irrigation.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Need for Explainable and Assistive Decision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Adoption of Intelligent Irrigation Systems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automated or data-driven solutions often operate as black boxes or directly control irrigation systems, reducing farmer trust and highlighting the need for an explainable, assistive AI system that supports—rather than replaces—human decision-making.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04671" y="232431"/>
            <a:ext cx="5089558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893255" y="2355398"/>
            <a:ext cx="105874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real-time soil moisture and weather data to understand current irrigation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agentic AI to detect early under-irrigation and over-irrigation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crop type and growth stage for accurate water requirement assessment.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explainable, guideline-based irrigation advisories using AI and RAG.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assistive decision support without automating irrigation control systems.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1160169"/>
            <a:ext cx="4539190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1034441" y="2355398"/>
            <a:ext cx="102687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water wastage caused by inefficient irrigation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farmers understand real-time soil moisture and weather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irrigation problems early before crop stress occurs.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sustainable and water-efficient farming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farmers with data-driven irrigation decisions without replacing human control.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34441" y="1160169"/>
            <a:ext cx="5496434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961644" y="2799520"/>
            <a:ext cx="102687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and farm owners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extension officers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 service providers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Irrigation planners and water resource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and agricultural policy departments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961644" y="1626297"/>
            <a:ext cx="5496434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of project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82683" y="928572"/>
            <a:ext cx="71231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82683" y="2012971"/>
            <a:ext cx="10515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(Chrome) – Accessed LangFlow and IBM watsonx.ai cloud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 – Used IBM Granite model for AI reasoning and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Model (ibm-granite-3-8b) – Core AI model for analysis and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LangFlow – Visual tool for building and connecting AI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(Retrieval Augmented Generation) – Used irrigation guidelines and best-practice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APIs – Provided real-time weather data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Architecture – No local hardware dependency, accessible from mobile devices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3" y="1461315"/>
            <a:ext cx="8658807" cy="427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early detection of irrigation inefficiencies, not post-damage analysis.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multi-agent AI approach for structured and explainable decision support.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soil, weather, and crop growth data for precise irrigation insights.</a:t>
            </a:r>
          </a:p>
          <a:p>
            <a:pPr marL="285750" lvl="0" indent="-28575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as a low-cost, mobile-accessible solution, usable even from an iPhone.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257301" y="232431"/>
            <a:ext cx="9731828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5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Technical flow diagram - Architecture</a:t>
            </a:r>
            <a:r>
              <a:rPr lang="en-US" sz="35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blueprint</a:t>
            </a:r>
            <a:endParaRPr lang="en-US" sz="35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B48507-E4CC-EC61-35B4-CE7F33B0B5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51" b="9638"/>
          <a:stretch>
            <a:fillRect/>
          </a:stretch>
        </p:blipFill>
        <p:spPr>
          <a:xfrm>
            <a:off x="1499771" y="1014288"/>
            <a:ext cx="8487145" cy="545625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720411" y="1106375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 err="1">
                <a:solidFill>
                  <a:srgbClr val="051D3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component Used </a:t>
            </a:r>
            <a:endParaRPr lang="en-US" sz="35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65321" y="2165485"/>
            <a:ext cx="882396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Input 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Accepts user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 AI Agent (Multiple Agents)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Risk Detection, Decision, Alert &amp; Planning ,Visualization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API Tool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weather, and incident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Component (RAG / Historical Context)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Output 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alerts, predictions, and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4356202" y="0"/>
            <a:ext cx="458967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Screenshot 1  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50" y="6352099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51B18F-58CF-DDD0-FC7A-DA4850BF0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62" y="765240"/>
            <a:ext cx="11691675" cy="53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3F44-E557-3C51-67BB-B8A633E1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610" y="110175"/>
            <a:ext cx="6315710" cy="65817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Screenshot 2  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BB4CC-7F03-89C5-FC36-E036771F5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10" y="6291139"/>
            <a:ext cx="11520407" cy="310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0DDE9-85FD-FA34-1F49-15ABD6716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718420"/>
            <a:ext cx="10772458" cy="542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2094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3981352" y="-83478"/>
            <a:ext cx="505596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 1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DC7A2A-11A5-A511-A4F7-72851F20C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19" y="706334"/>
            <a:ext cx="10500361" cy="544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C1A3-28CB-7FE1-4496-E669930D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970" y="133985"/>
            <a:ext cx="5203190" cy="558798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 2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B2C9B-C4FB-30BC-953C-8144646E0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22E556-5DB5-0995-4388-83E41752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00" y="692783"/>
            <a:ext cx="10501650" cy="526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1781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958842" y="279766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862589" y="1301838"/>
            <a:ext cx="9214580" cy="4848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7906418"/>
            <a:ext cx="7468553" cy="9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0B6F4A-6AE7-0F1A-3C83-44B2306C83C3}"/>
              </a:ext>
            </a:extLst>
          </p:cNvPr>
          <p:cNvSpPr txBox="1"/>
          <p:nvPr/>
        </p:nvSpPr>
        <p:spPr>
          <a:xfrm>
            <a:off x="752058" y="1840879"/>
            <a:ext cx="104668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Integration with IoT-enabled automated irrigation systems for semi-automated watering based on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Expansion to multiple crop types and larger nurseries for broader applicability.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Incorporation of satellite or drone imagery for improved crop health monitoring and early pest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Predictive analytics for seasonal irrigation planning using historical soil, weather, and growth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AI-driven optimization for fertilizer and nutrient management alongside irrigation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529AB-22B6-3221-A142-4EC600487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65322"/>
            <a:ext cx="10515600" cy="91154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BB463-23CF-003C-7B94-7797EAB55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25383"/>
            <a:ext cx="11064240" cy="1003617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https://github.com/Nandini-Reddy16/ai-climate-risk-assessment-agriculture.git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5652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18724" y="692254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18724" y="1844138"/>
            <a:ext cx="9214580" cy="291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2000" dirty="0">
              <a:solidFill>
                <a:srgbClr val="2B354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/>
              <a:t>IBM watsonx.ai documentation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/>
              <a:t>IBM Granite foundation model documentation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/>
              <a:t>IBM Watson Machine Learning (WML) API reference</a:t>
            </a:r>
            <a:endParaRPr lang="en-US" sz="2000" dirty="0">
              <a:solidFill>
                <a:srgbClr val="2B354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728</Words>
  <Application>Microsoft Office PowerPoint</Application>
  <PresentationFormat>Widescreen</PresentationFormat>
  <Paragraphs>93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Input Screenshot 2  </vt:lpstr>
      <vt:lpstr>PowerPoint Presentation</vt:lpstr>
      <vt:lpstr>Output Screenshot 2</vt:lpstr>
      <vt:lpstr>PowerPoint Presentation</vt:lpstr>
      <vt:lpstr>Git 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Manasa Kb</cp:lastModifiedBy>
  <cp:revision>128</cp:revision>
  <dcterms:created xsi:type="dcterms:W3CDTF">2025-07-08T05:06:56Z</dcterms:created>
  <dcterms:modified xsi:type="dcterms:W3CDTF">2026-02-03T05:29:46Z</dcterms:modified>
</cp:coreProperties>
</file>